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0" r:id="rId3"/>
    <p:sldId id="257" r:id="rId4"/>
    <p:sldId id="261" r:id="rId5"/>
    <p:sldId id="259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488337-4C71-480C-85AD-19D6297F2C56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D1D47-CC40-476C-AAD9-A8E3A241D6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245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1D1D47-CC40-476C-AAD9-A8E3A241D68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525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260FD-C4BE-E03F-85A8-563DCA810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E697F3-AB5C-51D7-4A6A-C3B3154966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494E8-C17F-95CF-872D-D5A13F878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D7FF-DDFD-4BEA-A2F7-B51E4F4DE7F9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E8E4E-30BA-25D5-8532-37FE83A8C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DF69C-5E0B-9664-03A4-D4353E0E9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714D-9136-45FA-8F70-7E49B7886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735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D7A4E-E34D-4DB8-27F6-4C37B8FCF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F5431-13E3-616C-B47F-75D954FE2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8072B-C0CC-BA3B-8ACE-383339037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D7FF-DDFD-4BEA-A2F7-B51E4F4DE7F9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997FF-690A-5221-4B4C-E6DBA8CDB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3099-DC02-24D0-6E71-0001F4741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714D-9136-45FA-8F70-7E49B7886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181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9457-945D-F9D5-D444-3E33964C8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50A2E-3D70-7506-FE89-B3D6FAC54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88A2F-2E33-F36A-F37A-309AF8007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D7FF-DDFD-4BEA-A2F7-B51E4F4DE7F9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4AF28-5EAF-E079-0D0C-2C6288F85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621F3-613C-CF29-CDFD-4EF6F7EB1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714D-9136-45FA-8F70-7E49B7886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976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D213A-CA48-4027-3720-E44F50E40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9D369-3DAB-85F3-993D-2DF0276A37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BE4521-4933-C50A-9EDB-A8AFA8F3E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536552-AAD6-9DAA-5861-12F9F0425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D7FF-DDFD-4BEA-A2F7-B51E4F4DE7F9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77220-06FF-5D4B-C7BE-B29C5D768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6D0F60-1364-B4A4-0E45-63F15F72B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714D-9136-45FA-8F70-7E49B7886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959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A5432-ED27-CAA5-2063-A14359B33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28B4F-EAB4-DE27-7DB9-59C53A5F4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CF19E-A1D6-EC3D-9F1D-DCBB2392D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BC3888-C8C8-FFA0-D9C0-CE4A106D7E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77CA79-F2F1-FFD0-EB7E-E52382C47F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9AF50C-CE4A-5249-39D0-1F746A67B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D7FF-DDFD-4BEA-A2F7-B51E4F4DE7F9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53CF07-F548-D6B2-4AB4-B3613288D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0C3CCA-D027-ED41-049D-6DFC0A822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714D-9136-45FA-8F70-7E49B7886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567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F3440-7AE2-7969-5AF0-C14DFAAB2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A5184F-B2E2-551A-905B-ADFC211C0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D7FF-DDFD-4BEA-A2F7-B51E4F4DE7F9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758C8C-796D-A65A-64F6-EF8AD4B9B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8D8DC-6A3C-5266-3152-85535BBC5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714D-9136-45FA-8F70-7E49B7886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742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C3F6D1-852C-02BA-9E0B-C7FD9B4B8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D7FF-DDFD-4BEA-A2F7-B51E4F4DE7F9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8E07DA-84F2-49BD-577F-B56F72C4A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ADA88-0ED4-8DC6-F0FE-263FEA89C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714D-9136-45FA-8F70-7E49B7886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664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08CC1-0A09-2885-E016-DE40DF4D7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E8DD6-0F44-28B2-098C-29041FEC8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8601D8-6974-44B4-A3AB-B3EC9B5FBB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52C15-3C5B-9670-195E-B71DB953F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D7FF-DDFD-4BEA-A2F7-B51E4F4DE7F9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1B87FD-EE5C-BA79-A7E2-2099BC682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23F298-8E7C-7B01-9E9D-8A89C481A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714D-9136-45FA-8F70-7E49B7886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67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9D61F-833D-A840-9C00-2C5890E01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5D525F-15CC-3227-4422-12D1471F6B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2EC09-66FF-DAE9-4A49-65F8FAFE8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04CD2A-2B79-4896-139B-9C7035790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D7FF-DDFD-4BEA-A2F7-B51E4F4DE7F9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10C7F1-9861-5AD5-6CC0-5F5B49346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5B0F2-08DC-8931-982A-B9F16B475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714D-9136-45FA-8F70-7E49B7886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231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34CC7-DE4C-E06A-3BEE-B6DAC7CC0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DFE9BB-80C4-8BEC-D064-0C7B0EF27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88749-A285-BAC2-5097-194853426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D7FF-DDFD-4BEA-A2F7-B51E4F4DE7F9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64CF2-57E6-C081-D36E-F927CEB43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47970-E475-51DA-5EAD-D2BE1E3FC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714D-9136-45FA-8F70-7E49B7886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891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69E9C8-D5DF-2B62-D1CA-86FD8FAC40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F4CD06-6498-2C96-CCC2-4C28FD8EF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9C941-EBE2-FC83-90E4-06771DE49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D7FF-DDFD-4BEA-A2F7-B51E4F4DE7F9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3992E-896E-0A2F-1030-A0A4F8E20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84E2F-7DF0-161F-CD53-D64B0A8C0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714D-9136-45FA-8F70-7E49B7886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421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380B57-52D8-A81C-9336-C698C44F2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D07BE-E125-A918-3151-8FC8FEB21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B2A3F-9E15-236F-E630-A5B0F19EA8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5DD7FF-DDFD-4BEA-A2F7-B51E4F4DE7F9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FB399-534E-757E-EDDD-8A1726077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6DCD0-1DCB-90D0-B19D-DB54F6028E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25714D-9136-45FA-8F70-7E49B7886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946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0978C-A5F8-2D7F-00E5-872092523B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Bitwise Operators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3FAE9-BF9E-C2A8-FD8B-CB7EE25B78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5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A1B46-971E-D473-3E6B-2D65A834D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E7D213-B922-17C7-17FE-C552900CD1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685800"/>
            <a:ext cx="10117779" cy="5486400"/>
          </a:xfrm>
        </p:spPr>
      </p:pic>
    </p:spTree>
    <p:extLst>
      <p:ext uri="{BB962C8B-B14F-4D97-AF65-F5344CB8AC3E}">
        <p14:creationId xmlns:p14="http://schemas.microsoft.com/office/powerpoint/2010/main" val="1197120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AC156-1D64-D12A-341B-D1426AAB0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5C0EF-7879-1824-396E-2C32198A8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dirty="0"/>
              <a:t>The &amp; (bitwise AND) in C or C++ takes two numbers as operands and does AND on every bit of two numbers. The result of AND is 1 only if both bits are 1.  </a:t>
            </a:r>
          </a:p>
          <a:p>
            <a:pPr algn="just"/>
            <a:r>
              <a:rPr lang="en-US" dirty="0"/>
              <a:t>The | (bitwise OR) in C or C++ takes two numbers as operands and does OR on every bit of two numbers. The result of OR is 1 if any of the two bits is 1. </a:t>
            </a:r>
          </a:p>
          <a:p>
            <a:pPr algn="just"/>
            <a:r>
              <a:rPr lang="en-US" dirty="0"/>
              <a:t>The ^ (bitwise XOR) in C or C++ takes two numbers as operands and does XOR on every bit of two numbers. The result of XOR is 1 if the two bits are different. </a:t>
            </a:r>
          </a:p>
          <a:p>
            <a:pPr algn="just"/>
            <a:r>
              <a:rPr lang="en-US" dirty="0"/>
              <a:t>The &lt;&lt; (left shift) in C or C++ takes two numbers, the left shifts the bits of the first operand, and the second operand decides the number of places to shift. </a:t>
            </a:r>
          </a:p>
          <a:p>
            <a:pPr algn="just"/>
            <a:r>
              <a:rPr lang="en-US" dirty="0"/>
              <a:t>The &gt;&gt; (right shift) in C or C++ takes two numbers, right shifts the bits of the first operand, and the second operand decides the number of places to shift. </a:t>
            </a:r>
          </a:p>
          <a:p>
            <a:pPr algn="just"/>
            <a:r>
              <a:rPr lang="en-US" dirty="0"/>
              <a:t>The ~ (bitwise NOT) in C or C++ takes one number and inverts all bits of it.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55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1BC1B-F898-8A47-DF7A-A63735C40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63A08B-8D81-2319-C422-818F738939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082" y="1840591"/>
            <a:ext cx="11385836" cy="3391844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26E7E4-400A-DAC8-AFE7-73DE2D75F075}"/>
              </a:ext>
            </a:extLst>
          </p:cNvPr>
          <p:cNvSpPr txBox="1"/>
          <p:nvPr/>
        </p:nvSpPr>
        <p:spPr>
          <a:xfrm>
            <a:off x="9188969" y="4592846"/>
            <a:ext cx="389745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IN" sz="20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460520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C272-DA77-7BF5-837E-B33FCE013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6D201F-A317-6EE7-D92F-FDAE2EBC06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53456" y="1453949"/>
            <a:ext cx="5219125" cy="3552373"/>
          </a:xfrm>
        </p:spPr>
      </p:pic>
    </p:spTree>
    <p:extLst>
      <p:ext uri="{BB962C8B-B14F-4D97-AF65-F5344CB8AC3E}">
        <p14:creationId xmlns:p14="http://schemas.microsoft.com/office/powerpoint/2010/main" val="2150379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68AC7-42B1-8404-AF9D-9F63F0EE1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Bitwise AND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46BC83-7BCD-BBB7-127C-34F871ED98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1011" y="1214203"/>
            <a:ext cx="10829977" cy="3609993"/>
          </a:xfrm>
        </p:spPr>
      </p:pic>
    </p:spTree>
    <p:extLst>
      <p:ext uri="{BB962C8B-B14F-4D97-AF65-F5344CB8AC3E}">
        <p14:creationId xmlns:p14="http://schemas.microsoft.com/office/powerpoint/2010/main" val="3289173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1868D-5FEC-BBD1-7587-20E5A028E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Bitwise 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49E964-D406-ED02-5708-275689B370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4809" y="1755733"/>
            <a:ext cx="10562497" cy="3346534"/>
          </a:xfrm>
        </p:spPr>
      </p:pic>
    </p:spTree>
    <p:extLst>
      <p:ext uri="{BB962C8B-B14F-4D97-AF65-F5344CB8AC3E}">
        <p14:creationId xmlns:p14="http://schemas.microsoft.com/office/powerpoint/2010/main" val="3311823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9F394-FBD8-D9F5-5495-13B59678A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Bitwise XOR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81A2B3-869A-C1E3-56E4-EDC141E884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9737" y="2212014"/>
            <a:ext cx="10832526" cy="3124484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AE8ABB-3082-34CC-A6B5-3ED681372672}"/>
              </a:ext>
            </a:extLst>
          </p:cNvPr>
          <p:cNvSpPr txBox="1"/>
          <p:nvPr/>
        </p:nvSpPr>
        <p:spPr>
          <a:xfrm>
            <a:off x="1588958" y="4852030"/>
            <a:ext cx="112426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00000110</a:t>
            </a:r>
          </a:p>
        </p:txBody>
      </p:sp>
    </p:spTree>
    <p:extLst>
      <p:ext uri="{BB962C8B-B14F-4D97-AF65-F5344CB8AC3E}">
        <p14:creationId xmlns:p14="http://schemas.microsoft.com/office/powerpoint/2010/main" val="3078567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C88DB-3825-C131-2A72-8E9650C6A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Bitwise Complement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4A7BF1-40E4-74AD-C63E-6C66BE0957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3082" y="1690688"/>
            <a:ext cx="11345836" cy="3311231"/>
          </a:xfrm>
        </p:spPr>
      </p:pic>
    </p:spTree>
    <p:extLst>
      <p:ext uri="{BB962C8B-B14F-4D97-AF65-F5344CB8AC3E}">
        <p14:creationId xmlns:p14="http://schemas.microsoft.com/office/powerpoint/2010/main" val="507553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2C471-E4D3-D153-E43E-2A5248999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Bitwise left shift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6450FF-F1BA-4F1F-6E0E-9D3125FB5F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7626" y="1822102"/>
            <a:ext cx="9571750" cy="3206300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BE5F75-1C27-1171-6977-3BA2350D8966}"/>
              </a:ext>
            </a:extLst>
          </p:cNvPr>
          <p:cNvSpPr txBox="1"/>
          <p:nvPr/>
        </p:nvSpPr>
        <p:spPr>
          <a:xfrm>
            <a:off x="1307626" y="5395582"/>
            <a:ext cx="97551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61616"/>
                </a:solidFill>
                <a:effectLst/>
                <a:latin typeface="Open Sans" panose="020B0606030504020204" pitchFamily="34" charset="0"/>
              </a:rPr>
              <a:t>In general, if we shift a number by n position to left, the output will be number * (2</a:t>
            </a:r>
            <a:r>
              <a:rPr lang="en-US" b="0" i="0" baseline="30000" dirty="0">
                <a:solidFill>
                  <a:srgbClr val="161616"/>
                </a:solidFill>
                <a:effectLst/>
                <a:latin typeface="Open Sans" panose="020B0606030504020204" pitchFamily="34" charset="0"/>
              </a:rPr>
              <a:t>n</a:t>
            </a:r>
            <a:r>
              <a:rPr lang="en-US" b="0" i="0" dirty="0">
                <a:solidFill>
                  <a:srgbClr val="161616"/>
                </a:solidFill>
                <a:effectLst/>
                <a:latin typeface="Open Sans" panose="020B0606030504020204" pitchFamily="34" charset="0"/>
              </a:rPr>
              <a:t>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7900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4C85B-353F-3963-639E-B652B6A7A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Bitwise right shift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82624A-2925-C4BC-0D39-5F80BECE08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199" y="2023679"/>
            <a:ext cx="11047879" cy="310626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D35F49-BD19-9802-B669-6A5E11A57BB7}"/>
              </a:ext>
            </a:extLst>
          </p:cNvPr>
          <p:cNvSpPr txBox="1"/>
          <p:nvPr/>
        </p:nvSpPr>
        <p:spPr>
          <a:xfrm>
            <a:off x="1307626" y="5335621"/>
            <a:ext cx="9571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61616"/>
                </a:solidFill>
                <a:effectLst/>
                <a:latin typeface="Open Sans" panose="020B0606030504020204" pitchFamily="34" charset="0"/>
              </a:rPr>
              <a:t>In general, if we shift a number by n times to right, the output will be number / (2</a:t>
            </a:r>
            <a:r>
              <a:rPr lang="en-US" b="0" i="0" baseline="30000" dirty="0">
                <a:solidFill>
                  <a:srgbClr val="161616"/>
                </a:solidFill>
                <a:effectLst/>
                <a:latin typeface="Open Sans" panose="020B0606030504020204" pitchFamily="34" charset="0"/>
              </a:rPr>
              <a:t>n</a:t>
            </a:r>
            <a:r>
              <a:rPr lang="en-US" b="0" i="0" dirty="0">
                <a:solidFill>
                  <a:srgbClr val="161616"/>
                </a:solidFill>
                <a:effectLst/>
                <a:latin typeface="Open Sans" panose="020B0606030504020204" pitchFamily="34" charset="0"/>
              </a:rPr>
              <a:t>) 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3251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3EF77-7887-B2AD-5717-923FACA11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 be noted!!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C5E7F-D751-58E2-98CA-51B14D123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dirty="0"/>
              <a:t>In C compilation, </a:t>
            </a:r>
          </a:p>
          <a:p>
            <a:pPr marL="0" indent="0">
              <a:buNone/>
            </a:pPr>
            <a:r>
              <a:rPr lang="en-US" sz="3200" dirty="0"/>
              <a:t>For any integer n, the bitwise complement (~) of n will be </a:t>
            </a:r>
          </a:p>
          <a:p>
            <a:pPr marL="0" indent="0">
              <a:buNone/>
            </a:pPr>
            <a:r>
              <a:rPr lang="en-US" sz="3200"/>
              <a:t>-(</a:t>
            </a:r>
            <a:r>
              <a:rPr lang="en-US" sz="3200" dirty="0"/>
              <a:t>n+1).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026055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1411</TotalTime>
  <Words>305</Words>
  <Application>Microsoft Office PowerPoint</Application>
  <PresentationFormat>Widescreen</PresentationFormat>
  <Paragraphs>22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Open Sans</vt:lpstr>
      <vt:lpstr>Office Theme</vt:lpstr>
      <vt:lpstr>Bitwise Operators</vt:lpstr>
      <vt:lpstr>PowerPoint Presentation</vt:lpstr>
      <vt:lpstr>PowerPoint Presentation</vt:lpstr>
      <vt:lpstr>PowerPoint Presentation</vt:lpstr>
      <vt:lpstr>PowerPoint Presentation</vt:lpstr>
      <vt:lpstr>Bitwise AND</vt:lpstr>
      <vt:lpstr>Bitwise OR</vt:lpstr>
      <vt:lpstr>Bitwise XOR</vt:lpstr>
      <vt:lpstr>Bitwise Complement </vt:lpstr>
      <vt:lpstr>Bitwise left shift</vt:lpstr>
      <vt:lpstr>Bitwise right shift</vt:lpstr>
      <vt:lpstr>To be noted!!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Bitwise Operators</dc:title>
  <dc:creator>Bhavana Kaushik</dc:creator>
  <cp:lastModifiedBy>Bhavana Kaushik</cp:lastModifiedBy>
  <cp:revision>6</cp:revision>
  <dcterms:created xsi:type="dcterms:W3CDTF">2023-09-09T04:30:34Z</dcterms:created>
  <dcterms:modified xsi:type="dcterms:W3CDTF">2023-09-13T03:03:16Z</dcterms:modified>
</cp:coreProperties>
</file>